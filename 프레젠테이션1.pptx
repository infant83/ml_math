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30" autoAdjust="0"/>
    <p:restoredTop sz="94660"/>
  </p:normalViewPr>
  <p:slideViewPr>
    <p:cSldViewPr snapToGrid="0">
      <p:cViewPr>
        <p:scale>
          <a:sx n="87" d="100"/>
          <a:sy n="87" d="100"/>
        </p:scale>
        <p:origin x="8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yun-Jung Kim" userId="1116f478dadc471e" providerId="LiveId" clId="{71B011F8-250F-4B10-8BCD-9AFA7FFCFEA9}"/>
    <pc:docChg chg="custSel addSld modSld sldOrd modMainMaster">
      <pc:chgData name="Hyun-Jung Kim" userId="1116f478dadc471e" providerId="LiveId" clId="{71B011F8-250F-4B10-8BCD-9AFA7FFCFEA9}" dt="2025-08-24T12:46:02.380" v="577" actId="1076"/>
      <pc:docMkLst>
        <pc:docMk/>
      </pc:docMkLst>
      <pc:sldChg chg="addSp modSp mod">
        <pc:chgData name="Hyun-Jung Kim" userId="1116f478dadc471e" providerId="LiveId" clId="{71B011F8-250F-4B10-8BCD-9AFA7FFCFEA9}" dt="2025-08-24T12:01:56.577" v="450" actId="14100"/>
        <pc:sldMkLst>
          <pc:docMk/>
          <pc:sldMk cId="2857100349" sldId="256"/>
        </pc:sldMkLst>
        <pc:spChg chg="mod">
          <ac:chgData name="Hyun-Jung Kim" userId="1116f478dadc471e" providerId="LiveId" clId="{71B011F8-250F-4B10-8BCD-9AFA7FFCFEA9}" dt="2025-08-24T12:00:43.044" v="320" actId="20577"/>
          <ac:spMkLst>
            <pc:docMk/>
            <pc:sldMk cId="2857100349" sldId="256"/>
            <ac:spMk id="2" creationId="{04B20D9A-7E1E-7A4C-064F-3DB85220B381}"/>
          </ac:spMkLst>
        </pc:spChg>
        <pc:spChg chg="mod">
          <ac:chgData name="Hyun-Jung Kim" userId="1116f478dadc471e" providerId="LiveId" clId="{71B011F8-250F-4B10-8BCD-9AFA7FFCFEA9}" dt="2025-08-24T12:00:34.089" v="319" actId="1076"/>
          <ac:spMkLst>
            <pc:docMk/>
            <pc:sldMk cId="2857100349" sldId="256"/>
            <ac:spMk id="3" creationId="{CC18A893-78A6-7890-240C-D4DC966CC9DE}"/>
          </ac:spMkLst>
        </pc:spChg>
        <pc:spChg chg="add mod">
          <ac:chgData name="Hyun-Jung Kim" userId="1116f478dadc471e" providerId="LiveId" clId="{71B011F8-250F-4B10-8BCD-9AFA7FFCFEA9}" dt="2025-08-24T12:01:56.577" v="450" actId="14100"/>
          <ac:spMkLst>
            <pc:docMk/>
            <pc:sldMk cId="2857100349" sldId="256"/>
            <ac:spMk id="4" creationId="{6BB6294B-9C62-D923-4C7B-7DAB5A725613}"/>
          </ac:spMkLst>
        </pc:spChg>
      </pc:sldChg>
      <pc:sldChg chg="modSp new mod">
        <pc:chgData name="Hyun-Jung Kim" userId="1116f478dadc471e" providerId="LiveId" clId="{71B011F8-250F-4B10-8BCD-9AFA7FFCFEA9}" dt="2025-08-24T12:04:48.214" v="528" actId="20577"/>
        <pc:sldMkLst>
          <pc:docMk/>
          <pc:sldMk cId="715059489" sldId="257"/>
        </pc:sldMkLst>
        <pc:spChg chg="mod">
          <ac:chgData name="Hyun-Jung Kim" userId="1116f478dadc471e" providerId="LiveId" clId="{71B011F8-250F-4B10-8BCD-9AFA7FFCFEA9}" dt="2025-08-24T12:04:48.214" v="528" actId="20577"/>
          <ac:spMkLst>
            <pc:docMk/>
            <pc:sldMk cId="715059489" sldId="257"/>
            <ac:spMk id="2" creationId="{04605AF4-B03A-0DED-AD69-37ABB8AC9D88}"/>
          </ac:spMkLst>
        </pc:spChg>
        <pc:spChg chg="mod">
          <ac:chgData name="Hyun-Jung Kim" userId="1116f478dadc471e" providerId="LiveId" clId="{71B011F8-250F-4B10-8BCD-9AFA7FFCFEA9}" dt="2025-08-24T12:03:21.543" v="515" actId="20577"/>
          <ac:spMkLst>
            <pc:docMk/>
            <pc:sldMk cId="715059489" sldId="257"/>
            <ac:spMk id="3" creationId="{6DF38375-FFAB-9735-5894-E33561188BE9}"/>
          </ac:spMkLst>
        </pc:spChg>
      </pc:sldChg>
      <pc:sldChg chg="addSp delSp modSp new mod ord">
        <pc:chgData name="Hyun-Jung Kim" userId="1116f478dadc471e" providerId="LiveId" clId="{71B011F8-250F-4B10-8BCD-9AFA7FFCFEA9}" dt="2025-08-24T12:46:02.380" v="577" actId="1076"/>
        <pc:sldMkLst>
          <pc:docMk/>
          <pc:sldMk cId="772541869" sldId="258"/>
        </pc:sldMkLst>
        <pc:spChg chg="mod">
          <ac:chgData name="Hyun-Jung Kim" userId="1116f478dadc471e" providerId="LiveId" clId="{71B011F8-250F-4B10-8BCD-9AFA7FFCFEA9}" dt="2025-08-24T12:05:29.738" v="546" actId="1076"/>
          <ac:spMkLst>
            <pc:docMk/>
            <pc:sldMk cId="772541869" sldId="258"/>
            <ac:spMk id="2" creationId="{DC07A47C-091E-1727-7F8F-AA43AFD7DB27}"/>
          </ac:spMkLst>
        </pc:spChg>
        <pc:spChg chg="del">
          <ac:chgData name="Hyun-Jung Kim" userId="1116f478dadc471e" providerId="LiveId" clId="{71B011F8-250F-4B10-8BCD-9AFA7FFCFEA9}" dt="2025-08-24T12:41:15.709" v="547" actId="478"/>
          <ac:spMkLst>
            <pc:docMk/>
            <pc:sldMk cId="772541869" sldId="258"/>
            <ac:spMk id="3" creationId="{3C14D2E9-F995-CA9E-336C-5E480AA0F98C}"/>
          </ac:spMkLst>
        </pc:spChg>
        <pc:spChg chg="add mod">
          <ac:chgData name="Hyun-Jung Kim" userId="1116f478dadc471e" providerId="LiveId" clId="{71B011F8-250F-4B10-8BCD-9AFA7FFCFEA9}" dt="2025-08-24T12:46:00.134" v="576"/>
          <ac:spMkLst>
            <pc:docMk/>
            <pc:sldMk cId="772541869" sldId="258"/>
            <ac:spMk id="6" creationId="{11A7C79B-A4FF-4013-F738-550F373C63F5}"/>
          </ac:spMkLst>
        </pc:spChg>
        <pc:picChg chg="add mod">
          <ac:chgData name="Hyun-Jung Kim" userId="1116f478dadc471e" providerId="LiveId" clId="{71B011F8-250F-4B10-8BCD-9AFA7FFCFEA9}" dt="2025-08-24T12:45:03.366" v="554" actId="1076"/>
          <ac:picMkLst>
            <pc:docMk/>
            <pc:sldMk cId="772541869" sldId="258"/>
            <ac:picMk id="5" creationId="{6E67B29D-9108-8C3F-6CA8-6DC016B71403}"/>
          </ac:picMkLst>
        </pc:picChg>
        <pc:picChg chg="add mod">
          <ac:chgData name="Hyun-Jung Kim" userId="1116f478dadc471e" providerId="LiveId" clId="{71B011F8-250F-4B10-8BCD-9AFA7FFCFEA9}" dt="2025-08-24T12:46:02.380" v="577" actId="1076"/>
          <ac:picMkLst>
            <pc:docMk/>
            <pc:sldMk cId="772541869" sldId="258"/>
            <ac:picMk id="1026" creationId="{E92B6B05-9BF8-2F34-A478-51A512B24E80}"/>
          </ac:picMkLst>
        </pc:picChg>
      </pc:sldChg>
      <pc:sldMasterChg chg="modSp mod modSldLayout sldLayoutOrd">
        <pc:chgData name="Hyun-Jung Kim" userId="1116f478dadc471e" providerId="LiveId" clId="{71B011F8-250F-4B10-8BCD-9AFA7FFCFEA9}" dt="2025-08-24T11:55:46.753" v="1" actId="21"/>
        <pc:sldMasterMkLst>
          <pc:docMk/>
          <pc:sldMasterMk cId="538789695" sldId="2147483660"/>
        </pc:sldMasterMkLst>
        <pc:spChg chg="mod">
          <ac:chgData name="Hyun-Jung Kim" userId="1116f478dadc471e" providerId="LiveId" clId="{71B011F8-250F-4B10-8BCD-9AFA7FFCFEA9}" dt="2025-08-24T11:55:46.753" v="1" actId="21"/>
          <ac:spMkLst>
            <pc:docMk/>
            <pc:sldMasterMk cId="538789695" sldId="2147483660"/>
            <ac:spMk id="2" creationId="{00000000-0000-0000-0000-000000000000}"/>
          </ac:spMkLst>
        </pc:spChg>
        <pc:sldLayoutChg chg="ord">
          <pc:chgData name="Hyun-Jung Kim" userId="1116f478dadc471e" providerId="LiveId" clId="{71B011F8-250F-4B10-8BCD-9AFA7FFCFEA9}" dt="2025-08-24T11:55:37.548" v="0" actId="20578"/>
          <pc:sldLayoutMkLst>
            <pc:docMk/>
            <pc:sldMasterMk cId="538789695" sldId="2147483660"/>
            <pc:sldLayoutMk cId="2539258264" sldId="214748366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5735B-7DB9-479B-9B6E-BFF11A91221D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5BB0C-DE5C-4BEA-B420-61413F7141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258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5735B-7DB9-479B-9B6E-BFF11A91221D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5BB0C-DE5C-4BEA-B420-61413F7141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973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5735B-7DB9-479B-9B6E-BFF11A91221D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5BB0C-DE5C-4BEA-B420-61413F7141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045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5735B-7DB9-479B-9B6E-BFF11A91221D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5BB0C-DE5C-4BEA-B420-61413F7141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7453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5735B-7DB9-479B-9B6E-BFF11A91221D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5BB0C-DE5C-4BEA-B420-61413F7141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4373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5735B-7DB9-479B-9B6E-BFF11A91221D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5BB0C-DE5C-4BEA-B420-61413F7141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557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5735B-7DB9-479B-9B6E-BFF11A91221D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5BB0C-DE5C-4BEA-B420-61413F7141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984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5735B-7DB9-479B-9B6E-BFF11A91221D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5BB0C-DE5C-4BEA-B420-61413F7141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2789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5735B-7DB9-479B-9B6E-BFF11A91221D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5BB0C-DE5C-4BEA-B420-61413F7141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0485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5735B-7DB9-479B-9B6E-BFF11A91221D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5BB0C-DE5C-4BEA-B420-61413F7141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688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5735B-7DB9-479B-9B6E-BFF11A91221D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5BB0C-DE5C-4BEA-B420-61413F7141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4468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E5735B-7DB9-479B-9B6E-BFF11A91221D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55BB0C-DE5C-4BEA-B420-61413F7141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789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B20D9A-7E1E-7A4C-064F-3DB85220B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587022"/>
            <a:ext cx="5829300" cy="3448756"/>
          </a:xfrm>
        </p:spPr>
        <p:txBody>
          <a:bodyPr anchor="ctr"/>
          <a:lstStyle/>
          <a:p>
            <a:r>
              <a:rPr lang="ko-KR" altLang="en-US" dirty="0"/>
              <a:t>인공지능 수학 </a:t>
            </a:r>
            <a:r>
              <a:rPr lang="en-US" altLang="ko-KR" dirty="0"/>
              <a:t>1– Discriminative Approach and Mathematical Foundations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C18A893-78A6-7890-240C-D4DC966CC9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4206901"/>
            <a:ext cx="5143500" cy="2391656"/>
          </a:xfrm>
        </p:spPr>
        <p:txBody>
          <a:bodyPr>
            <a:normAutofit lnSpcReduction="10000"/>
          </a:bodyPr>
          <a:lstStyle/>
          <a:p>
            <a:pPr marL="342900" indent="-342900" algn="l">
              <a:buAutoNum type="arabicPeriod"/>
            </a:pPr>
            <a:r>
              <a:rPr lang="en-US" altLang="ko-KR" dirty="0"/>
              <a:t>Introduction: </a:t>
            </a:r>
            <a:r>
              <a:rPr lang="ko-KR" altLang="en-US" dirty="0"/>
              <a:t>판별모델과 </a:t>
            </a:r>
            <a:r>
              <a:rPr lang="ko-KR" altLang="en-US" dirty="0" err="1"/>
              <a:t>머신러닝</a:t>
            </a:r>
            <a:endParaRPr lang="en-US" altLang="ko-KR" dirty="0"/>
          </a:p>
          <a:p>
            <a:pPr marL="342900" indent="-342900" algn="l">
              <a:buAutoNum type="arabicPeriod"/>
            </a:pPr>
            <a:r>
              <a:rPr lang="ko-KR" altLang="en-US" dirty="0"/>
              <a:t>선형대수와 데이터의 기하학적 이해</a:t>
            </a:r>
            <a:endParaRPr lang="en-US" altLang="ko-KR" dirty="0"/>
          </a:p>
          <a:p>
            <a:pPr marL="342900" indent="-342900" algn="l">
              <a:buAutoNum type="arabicPeriod"/>
            </a:pPr>
            <a:r>
              <a:rPr lang="ko-KR" altLang="en-US" dirty="0"/>
              <a:t>미분과 최적화 기초</a:t>
            </a:r>
            <a:endParaRPr lang="en-US" altLang="ko-KR" dirty="0"/>
          </a:p>
          <a:p>
            <a:pPr marL="342900" indent="-342900" algn="l">
              <a:buAutoNum type="arabicPeriod"/>
            </a:pPr>
            <a:r>
              <a:rPr lang="ko-KR" altLang="en-US" dirty="0"/>
              <a:t>제약과 </a:t>
            </a:r>
            <a:r>
              <a:rPr lang="ko-KR" altLang="en-US" dirty="0" err="1"/>
              <a:t>볼록최적화</a:t>
            </a:r>
            <a:endParaRPr lang="en-US" altLang="ko-KR" dirty="0"/>
          </a:p>
          <a:p>
            <a:pPr marL="342900" indent="-342900" algn="l">
              <a:buAutoNum type="arabicPeriod"/>
            </a:pPr>
            <a:r>
              <a:rPr lang="ko-KR" altLang="en-US" dirty="0"/>
              <a:t>선형모형과 분류</a:t>
            </a:r>
            <a:r>
              <a:rPr lang="en-US" altLang="ko-KR" dirty="0"/>
              <a:t>, </a:t>
            </a:r>
            <a:r>
              <a:rPr lang="ko-KR" altLang="en-US" dirty="0"/>
              <a:t>회귀</a:t>
            </a:r>
            <a:endParaRPr lang="en-US" altLang="ko-KR" dirty="0"/>
          </a:p>
          <a:p>
            <a:pPr marL="342900" indent="-342900" algn="l">
              <a:buAutoNum type="arabicPeriod"/>
            </a:pPr>
            <a:r>
              <a:rPr lang="ko-KR" altLang="en-US" dirty="0"/>
              <a:t>주성분분석</a:t>
            </a:r>
            <a:endParaRPr lang="en-US" altLang="ko-KR" dirty="0"/>
          </a:p>
          <a:p>
            <a:pPr marL="342900" indent="-342900" algn="l">
              <a:buAutoNum type="arabicPeriod"/>
            </a:pPr>
            <a:r>
              <a:rPr lang="ko-KR" altLang="en-US" dirty="0"/>
              <a:t>미분과 신경망 기초</a:t>
            </a:r>
            <a:endParaRPr lang="en-US" altLang="ko-KR" dirty="0"/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6BB6294B-9C62-D923-4C7B-7DAB5A725613}"/>
              </a:ext>
            </a:extLst>
          </p:cNvPr>
          <p:cNvSpPr txBox="1">
            <a:spLocks/>
          </p:cNvSpPr>
          <p:nvPr/>
        </p:nvSpPr>
        <p:spPr>
          <a:xfrm>
            <a:off x="857250" y="8817429"/>
            <a:ext cx="5143500" cy="7910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김현중 책임</a:t>
            </a:r>
            <a:r>
              <a:rPr lang="en-US" altLang="ko-KR" dirty="0"/>
              <a:t>, DX</a:t>
            </a:r>
            <a:r>
              <a:rPr lang="ko-KR" altLang="en-US" dirty="0"/>
              <a:t> </a:t>
            </a:r>
            <a:r>
              <a:rPr lang="en-US" altLang="ko-KR" dirty="0"/>
              <a:t>Six</a:t>
            </a:r>
            <a:r>
              <a:rPr lang="ko-KR" altLang="en-US" dirty="0"/>
              <a:t> </a:t>
            </a:r>
            <a:r>
              <a:rPr lang="en-US" altLang="ko-KR" dirty="0"/>
              <a:t>Sigma</a:t>
            </a:r>
            <a:r>
              <a:rPr lang="ko-KR" altLang="en-US" dirty="0"/>
              <a:t> 팀</a:t>
            </a:r>
            <a:endParaRPr lang="en-US" altLang="ko-KR" dirty="0"/>
          </a:p>
          <a:p>
            <a:r>
              <a:rPr lang="en-US" altLang="ko-KR" dirty="0"/>
              <a:t>2025-09-02</a:t>
            </a:r>
          </a:p>
        </p:txBody>
      </p:sp>
    </p:spTree>
    <p:extLst>
      <p:ext uri="{BB962C8B-B14F-4D97-AF65-F5344CB8AC3E}">
        <p14:creationId xmlns:p14="http://schemas.microsoft.com/office/powerpoint/2010/main" val="2857100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07A47C-091E-1727-7F8F-AA43AFD7D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117" y="222152"/>
            <a:ext cx="5915025" cy="761568"/>
          </a:xfrm>
        </p:spPr>
        <p:txBody>
          <a:bodyPr/>
          <a:lstStyle/>
          <a:p>
            <a:r>
              <a:rPr lang="ko-KR" altLang="en-US" dirty="0"/>
              <a:t>들어가며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E67B29D-9108-8C3F-6CA8-6DC016B71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309" y="1297457"/>
            <a:ext cx="4639381" cy="24813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A7C79B-A4FF-4013-F738-550F373C63F5}"/>
              </a:ext>
            </a:extLst>
          </p:cNvPr>
          <p:cNvSpPr txBox="1"/>
          <p:nvPr/>
        </p:nvSpPr>
        <p:spPr>
          <a:xfrm>
            <a:off x="1861851" y="4197427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판별 모델</a:t>
            </a:r>
          </a:p>
        </p:txBody>
      </p:sp>
      <p:pic>
        <p:nvPicPr>
          <p:cNvPr id="1026" name="Picture 2" descr="강아지와 고양이 같이 키워도 될까? STUDY - 해밀펫">
            <a:extLst>
              <a:ext uri="{FF2B5EF4-FFF2-40B4-BE49-F238E27FC236}">
                <a16:creationId xmlns:a16="http://schemas.microsoft.com/office/drawing/2014/main" id="{E92B6B05-9BF8-2F34-A478-51A512B24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117" y="5501682"/>
            <a:ext cx="6858000" cy="3792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2541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605AF4-B03A-0DED-AD69-37ABB8AC9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들어가며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F38375-FFAB-9735-5894-E33561188B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 err="1"/>
              <a:t>머신러닝</a:t>
            </a:r>
            <a:r>
              <a:rPr lang="en-US" altLang="ko-KR" dirty="0"/>
              <a:t>, </a:t>
            </a:r>
            <a:r>
              <a:rPr lang="ko-KR" altLang="en-US" dirty="0"/>
              <a:t>특히 판별모델의 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9E24B8-2B12-FA14-6D5C-D2B8D227E1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5059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2101</TotalTime>
  <Words>47</Words>
  <Application>Microsoft Office PowerPoint</Application>
  <PresentationFormat>A4 용지(210x297mm)</PresentationFormat>
  <Paragraphs>14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테마</vt:lpstr>
      <vt:lpstr>인공지능 수학 1– Discriminative Approach and Mathematical Foundations</vt:lpstr>
      <vt:lpstr>들어가며</vt:lpstr>
      <vt:lpstr>들어가며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Hyun-Jung Kim</dc:creator>
  <cp:lastModifiedBy>Hyun-Jung Kim</cp:lastModifiedBy>
  <cp:revision>1</cp:revision>
  <dcterms:created xsi:type="dcterms:W3CDTF">2025-08-24T10:30:44Z</dcterms:created>
  <dcterms:modified xsi:type="dcterms:W3CDTF">2025-08-25T21:32:25Z</dcterms:modified>
</cp:coreProperties>
</file>