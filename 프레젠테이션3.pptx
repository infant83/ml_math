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175EC-BD19-16FE-FE4E-2698CE63E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D83910-7128-CBD8-8113-8CF485D00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E056AB-DAE2-29ED-6A13-C4DEA732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5B135-0C05-59A2-EB99-C5009DB8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C40627-00BF-D18D-CF38-995A01F2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26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4B35E3-1D7C-6C9B-A82D-56B697E5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FE42F9-6EC0-1488-0951-5007EDF38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B90CE7-70A9-CFAE-5191-3D2AB8CF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84D174-8F89-E0F9-A32F-3960BC01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83093-6262-2947-648A-B0186B27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5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22DEA-E7A8-857E-F5C5-2E184965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41207D-387A-9FF2-57E6-035D63AB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FC52B7-1658-9187-7E91-6F73B8B6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689A1-6A88-3D5A-F49D-B2F8B4B58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6D7EE9-0B94-F06E-3615-8A0EF4FC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55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B4F41-0246-5D5E-ABE0-BE307ED00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4D455-CB4F-5254-78A5-44400EFF1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5E323F-56C3-0609-E7A0-C7C43BC8B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7334AA-F7C8-A2DA-C747-07CDA60D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C4BB29-695D-74C2-4878-E5DB8A0E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8073A4-AD3E-4BF8-F179-13BA0561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66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3D43F-94FF-B995-E9F7-E622AB12B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2FB3FB-CAFD-199F-7520-AB7561625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DAE14D-6976-D599-49F8-3E95BACE7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E416AE-BA8D-BB86-CCDE-31D0AD7DD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3A6919-00DA-3B6D-9D31-E1A26B6DB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040609-AD2B-27D3-9F70-2748B710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D8362E-70BF-D17A-08E0-40BDA8A8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BF461F-5202-55BD-D2C3-3BE08055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37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74FEE-9619-C950-DACE-AD76D2C6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50590E-60D5-2696-27BE-9FBE3816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A1ABB0-0F86-791C-DA46-FC55B3B5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CF14FA-351B-D755-2979-395471F9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1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EE33D0-CC2B-4459-DCFF-074E92F3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44C406-08A8-31CA-3913-0EF3726E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FEDF7C-E050-4F6D-C9C2-C41D6690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3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9AEA3-263F-AC14-1257-FBB2E445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4BB571-A8CA-084F-553D-E97A207DC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4DD5AF-C6E1-55E8-4BA0-E0E5F7BDD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96914-7F3A-485B-CCFF-DB9353ED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203641-312B-C9C5-DADF-FFDCEB68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EF505D-B348-37C1-4191-2D765E1D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728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54994-7572-27F9-07C5-BC526512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8DF8D6-76FE-EEEF-44D7-528F4C7A1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6D1EBF-CFAA-DA7E-AA1E-1F0850B20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A4F6BB-B5F1-FF52-7A21-793FB746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5C7DF2-52E1-9931-0FCA-B8325DD0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994A0B-44AC-ECB2-31EF-22A3897B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32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D1DDB-73C2-FD96-67B9-F733DAB4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426095-1947-05C4-A65F-70B66763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32F4CB-A248-E5F6-9F38-6A46036A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B4A5-AF8B-86D1-7759-8BBAD9AB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1AED9C-6AEE-6075-2E26-D067DA0B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56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43D00A-3436-1A93-0C50-D1B80A29D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4535D8-5B27-3CE5-9F68-BFCFAC158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B3397-0E6D-9CFE-601A-6B0EE9302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EE0D75-2076-1D9C-387F-68974ECE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6E4AC4-48AA-395B-94DE-6A62295E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54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F4C731-15E1-190A-7FEE-0275F9B3D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4723C7-F78D-0139-8FE8-E65C1D0B7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AFA5A7-9340-1BD6-EEAA-4FEF2903F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CF5E2-F475-4414-8409-AE23AD59F68E}" type="datetimeFigureOut">
              <a:rPr lang="ko-KR" altLang="en-US" smtClean="0"/>
              <a:t>2025-08-24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F28278-5A8D-0E5D-DB5F-8377ACD16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C3D99B-270B-F2FA-98A5-2ECA27B98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126B7-3BFB-4E0F-AB4D-0183B3535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67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C23ABD7-5B50-22C1-E17B-82BA3DB5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84" y="1390365"/>
            <a:ext cx="7211431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30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6DE1C-9CD6-6749-D819-85DBE6E0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70B1DB-4B0A-F77D-67CB-B49C661EB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68" y="1428471"/>
            <a:ext cx="7259063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46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D235-C3D6-605B-E073-D6B94937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43D98E-CC59-A5DA-7470-8F3D6683F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231" y="1385602"/>
            <a:ext cx="7249537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5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0630-977D-3665-0567-98C6377D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2206B1-787A-64E3-499E-1DD459D99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1352260"/>
            <a:ext cx="7354326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98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C05E-1917-638E-5311-E17E17EB0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056959-45DE-EB24-CF79-79B4ADDAC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63" y="1357023"/>
            <a:ext cx="7335274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6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DD40-05D0-4D80-68BD-B032226C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9720F0-3748-E6B6-EDB6-6406BEF8D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1342734"/>
            <a:ext cx="7401958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8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E6AA4-CEE5-E8B7-D703-98CB83DFB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FB36AD-9CCE-B22C-1CF6-D00114A87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1371313"/>
            <a:ext cx="7382905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83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6B452-B8FC-B5BF-28BF-9DEE2185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E87DAA-59BA-4DB7-FE1A-9B311B15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1337970"/>
            <a:ext cx="7401958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0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4D5A-E572-2BDA-6D2C-D806C7ED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FD82E8-4A47-F9A7-76F4-420718BAF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310" y="1309391"/>
            <a:ext cx="7373379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083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4EA7-2F9F-12CA-E47E-5A55F4B9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2AC95A-32F0-BF35-5764-9A650434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1290339"/>
            <a:ext cx="7382905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4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4160-79AD-BCF1-481B-8D3EE174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E8F06C-D3CC-9A0C-0E56-7E71E2481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1357023"/>
            <a:ext cx="7354326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2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66C204-70C8-98CA-B975-CD68C60B2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1314155"/>
            <a:ext cx="7344800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4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73B7F2D-8FC4-CE68-D1A8-57B26C13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205" y="1342734"/>
            <a:ext cx="7449590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60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E67D-1D58-4401-8F7D-55DABF50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2CB2BA-C6E3-6B54-AFC5-666FBAFF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94" y="1352260"/>
            <a:ext cx="7421011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9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CB6BE-FE77-0B3B-49E6-6D2034CF3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B07127-42B1-5DED-8BE8-3496C620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1357023"/>
            <a:ext cx="7401958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90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1312D-6819-220C-5D02-C7E852B06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4A9D8F-F33A-CB25-DEA6-9639F98B4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1295102"/>
            <a:ext cx="7344800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88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D8CC2-EAA3-4400-092D-352921A5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9DBC4C-234E-434C-5BE9-CAE45AD22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63" y="1361786"/>
            <a:ext cx="7335274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85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7414-305D-0FE5-5E60-A0982A8D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FB1176-C996-B9C8-E7BA-5F671B98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179" y="1371313"/>
            <a:ext cx="728764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33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5C09-6A3F-EEB7-3A7F-59BEF535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5DDCD9-1C72-EA2A-D412-EC30510A1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73" y="1366549"/>
            <a:ext cx="7363853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80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86656-49DC-D191-9BDB-E0F212A5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980956-E99A-2E14-FE1D-08F828687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73" y="1309391"/>
            <a:ext cx="7363853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83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0E9B-599E-0436-E4B4-31FC1036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78477C-80DF-7519-F47F-9F6BEB5E2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784" y="1342734"/>
            <a:ext cx="7392432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93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8364-868C-8C14-A05F-01B88E03F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798746-4FFE-583B-0FEC-551C0B21C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42" y="1342734"/>
            <a:ext cx="7278116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82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FB17-9714-A154-A08F-B1BB3E34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845E59F-B146-AE92-9542-618319546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363" y="1399892"/>
            <a:ext cx="7335274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9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Hyun-Jung Kim</dc:creator>
  <cp:lastModifiedBy>Hyun-Jung Kim</cp:lastModifiedBy>
  <cp:revision>1</cp:revision>
  <dcterms:created xsi:type="dcterms:W3CDTF">2025-08-25T21:32:15Z</dcterms:created>
  <dcterms:modified xsi:type="dcterms:W3CDTF">2025-08-25T21:32:15Z</dcterms:modified>
</cp:coreProperties>
</file>